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050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22A86-2678-4681-BCEF-74B33F0CBE9B}" type="datetimeFigureOut">
              <a:rPr lang="es-ES" smtClean="0"/>
              <a:t>30/09/2026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DD0C7-A045-4EC6-BF5F-9A6F66C8981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38824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22A86-2678-4681-BCEF-74B33F0CBE9B}" type="datetimeFigureOut">
              <a:rPr lang="es-ES" smtClean="0"/>
              <a:t>30/09/2026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DD0C7-A045-4EC6-BF5F-9A6F66C8981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33369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22A86-2678-4681-BCEF-74B33F0CBE9B}" type="datetimeFigureOut">
              <a:rPr lang="es-ES" smtClean="0"/>
              <a:t>30/09/2026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DD0C7-A045-4EC6-BF5F-9A6F66C8981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7704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22A86-2678-4681-BCEF-74B33F0CBE9B}" type="datetimeFigureOut">
              <a:rPr lang="es-ES" smtClean="0"/>
              <a:t>30/09/2026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DD0C7-A045-4EC6-BF5F-9A6F66C8981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99467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22A86-2678-4681-BCEF-74B33F0CBE9B}" type="datetimeFigureOut">
              <a:rPr lang="es-ES" smtClean="0"/>
              <a:t>30/09/2026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DD0C7-A045-4EC6-BF5F-9A6F66C8981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5975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22A86-2678-4681-BCEF-74B33F0CBE9B}" type="datetimeFigureOut">
              <a:rPr lang="es-ES" smtClean="0"/>
              <a:t>30/09/2026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DD0C7-A045-4EC6-BF5F-9A6F66C8981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56587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22A86-2678-4681-BCEF-74B33F0CBE9B}" type="datetimeFigureOut">
              <a:rPr lang="es-ES" smtClean="0"/>
              <a:t>30/09/2026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DD0C7-A045-4EC6-BF5F-9A6F66C8981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1236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22A86-2678-4681-BCEF-74B33F0CBE9B}" type="datetimeFigureOut">
              <a:rPr lang="es-ES" smtClean="0"/>
              <a:t>30/09/2026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DD0C7-A045-4EC6-BF5F-9A6F66C8981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16577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22A86-2678-4681-BCEF-74B33F0CBE9B}" type="datetimeFigureOut">
              <a:rPr lang="es-ES" smtClean="0"/>
              <a:t>30/09/2026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DD0C7-A045-4EC6-BF5F-9A6F66C8981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00427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22A86-2678-4681-BCEF-74B33F0CBE9B}" type="datetimeFigureOut">
              <a:rPr lang="es-ES" smtClean="0"/>
              <a:t>30/09/2026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DD0C7-A045-4EC6-BF5F-9A6F66C8981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46947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22A86-2678-4681-BCEF-74B33F0CBE9B}" type="datetimeFigureOut">
              <a:rPr lang="es-ES" smtClean="0"/>
              <a:t>30/09/2026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DD0C7-A045-4EC6-BF5F-9A6F66C8981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14087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B22A86-2678-4681-BCEF-74B33F0CBE9B}" type="datetimeFigureOut">
              <a:rPr lang="es-ES" smtClean="0"/>
              <a:t>30/09/2026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1DD0C7-A045-4EC6-BF5F-9A6F66C8981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6003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040" y="354203"/>
            <a:ext cx="3481192" cy="3481192"/>
          </a:xfrm>
          <a:prstGeom prst="rect">
            <a:avLst/>
          </a:prstGeom>
        </p:spPr>
      </p:pic>
      <p:pic>
        <p:nvPicPr>
          <p:cNvPr id="5" name="4 Imagen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0373" b="60453" l="23702" r="76764">
                        <a14:foregroundMark x1="63249" y1="26831" x2="58722" y2="36218"/>
                        <a14:foregroundMark x1="55326" y1="24767" x2="41744" y2="24900"/>
                        <a14:foregroundMark x1="45406" y1="39414" x2="40280" y2="46138"/>
                        <a14:backgroundMark x1="62983" y1="25100" x2="56658" y2="33156"/>
                        <a14:backgroundMark x1="51398" y1="43808" x2="46272" y2="49667"/>
                        <a14:backgroundMark x1="47137" y1="39414" x2="41877" y2="4600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9354" t="20644" r="30967" b="39535"/>
          <a:stretch/>
        </p:blipFill>
        <p:spPr>
          <a:xfrm>
            <a:off x="1835696" y="2132856"/>
            <a:ext cx="1506767" cy="1512168"/>
          </a:xfrm>
          <a:prstGeom prst="rect">
            <a:avLst/>
          </a:prstGeom>
        </p:spPr>
      </p:pic>
      <p:pic>
        <p:nvPicPr>
          <p:cNvPr id="6" name="5 Imagen"/>
          <p:cNvPicPr>
            <a:picLocks noChangeAspect="1"/>
          </p:cNvPicPr>
          <p:nvPr/>
        </p:nvPicPr>
        <p:blipFill rotWithShape="1"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61119" b="72770" l="15979" r="8342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152" t="61418" r="16579" b="27347"/>
          <a:stretch/>
        </p:blipFill>
        <p:spPr>
          <a:xfrm>
            <a:off x="827584" y="4005064"/>
            <a:ext cx="4199137" cy="701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36178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10068</TotalTime>
  <Words>0</Words>
  <Application>Microsoft Office PowerPoint</Application>
  <PresentationFormat>Presentación en pantalla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Tema de Office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Bichitos</dc:creator>
  <cp:lastModifiedBy>Bichitos</cp:lastModifiedBy>
  <cp:revision>2</cp:revision>
  <dcterms:created xsi:type="dcterms:W3CDTF">2026-09-30T16:04:12Z</dcterms:created>
  <dcterms:modified xsi:type="dcterms:W3CDTF">2026-10-07T15:52:40Z</dcterms:modified>
</cp:coreProperties>
</file>